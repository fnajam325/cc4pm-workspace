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48256"/>
            <a:ext cx="82296" cy="82296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· ENGAGE V2 · PROTOTYPE TESTING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Rounds of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 Usability Testing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prototype vs. Priya, Tom, and Amara — one fix shipped and verified after each interview.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course scenario · Nudge Engage v2 discovery cycle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2296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0 — INITIAL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v1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weekly summary: top spending insight, one contextual nudge, savings goal progress.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4F6F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688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Alex — connected Chase 2 weeks ago, hasn't reopened the app since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4F6F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3832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3832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no savings goal set — highest-churn cohort in the research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6035040" cy="777240"/>
          </a:xfrm>
          <a:prstGeom prst="roundRect">
            <a:avLst>
              <a:gd name="adj" fmla="val 11765"/>
            </a:avLst>
          </a:prstGeom>
          <a:solidFill>
            <a:srgbClr val="F4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976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2976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doubles as the goal-setting action, tied to the week's spending insight</a:t>
            </a:r>
            <a:endParaRPr lang="en-US" sz="1300" dirty="0"/>
          </a:p>
        </p:txBody>
      </p:sp>
      <p:pic>
        <p:nvPicPr>
          <p:cNvPr id="15" name="Image 0" descr="/Users/faran/cc4pm_workspace_august/research/prototype-versions/v1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74320"/>
            <a:ext cx="3977640" cy="633107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8 · Baseline before any persona feedback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2296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— PRIYA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890" dirty="0"/>
          </a:p>
        </p:txBody>
      </p:sp>
      <p:sp>
        <p:nvSpPr>
          <p:cNvPr id="6" name="Text 4"/>
          <p:cNvSpPr/>
          <p:nvPr/>
        </p:nvSpPr>
        <p:spPr>
          <a:xfrm>
            <a:off x="1508760" y="89611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</a:t>
            </a:r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28, software engineer, SF — already has a Europe trip goal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it acting like I never set up my goal?”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718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it doesn’t know I have a goal, can I trust the $184 number either?”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CONCERNING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Distrust generalized from one visible error to the entire data pipeline — not just a UX nitpick.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6126480" cy="1234440"/>
          </a:xfrm>
          <a:prstGeom prst="roundRect">
            <a:avLst>
              <a:gd name="adj" fmla="val 7407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CHANGE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3949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real “has existing goal” state — branch the nudge and goal-progress card on actual goal state instead of assuming none exists.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8 · Round 1 interview + shipped fix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2296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ROUND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v2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093976"/>
            <a:ext cx="73152" cy="73152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demo toggle + full “has a goal” state (Europe Trip)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660904"/>
            <a:ext cx="73152" cy="73152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786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and goal-progress card now branch on real goal state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73152" cy="73152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4553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action: “Redirect $18 to Europe Trip” for existing-goal users</a:t>
            </a:r>
            <a:endParaRPr lang="en-US" sz="1300" dirty="0"/>
          </a:p>
        </p:txBody>
      </p:sp>
      <p:pic>
        <p:nvPicPr>
          <p:cNvPr id="12" name="Image 0" descr="/Users/faran/cc4pm_workspace_august/research/prototype-versions/v2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74320"/>
            <a:ext cx="3977640" cy="633107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8 · Verified live in browser before moving to Round 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2296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— TOM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890" dirty="0"/>
          </a:p>
        </p:txBody>
      </p:sp>
      <p:sp>
        <p:nvSpPr>
          <p:cNvPr id="6" name="Text 4"/>
          <p:cNvSpPr/>
          <p:nvPr/>
        </p:nvSpPr>
        <p:spPr>
          <a:xfrm>
            <a:off x="1508760" y="89611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</a:t>
            </a:r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34, marketing manager, Chicago — abandoned 3 budgeting apps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doesn’t know anything about me yet and it’s already asking me to commit to something.”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718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“‘Redirect $18’ I could tap without thinking. ‘Set a savings goal’ feels like signing up for a whole thing.”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CONCERNING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full-commitment ask on first touch reads as the same failure pattern from apps he already abandoned.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6126480" cy="1234440"/>
          </a:xfrm>
          <a:prstGeom prst="roundRect">
            <a:avLst>
              <a:gd name="adj" fmla="val 7407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CHANGE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3949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full-commitment CTA with a one-tap starter action; demote full goal setup to an optional secondary link.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8 · Round 2 interview + shipped fix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2296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ROUND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v3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093976"/>
            <a:ext cx="73152" cy="73152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“Set a savings goal” replaced by one-tap “Try it: redirect $18”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660904"/>
            <a:ext cx="73152" cy="73152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786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goal setup demoted to “or set up a full goal instead →”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73152" cy="73152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4553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Post-action upgrade path: “Turn this into a real goal →”</a:t>
            </a:r>
            <a:endParaRPr lang="en-US" sz="1300" dirty="0"/>
          </a:p>
        </p:txBody>
      </p:sp>
      <p:pic>
        <p:nvPicPr>
          <p:cNvPr id="12" name="Image 0" descr="/Users/faran/cc4pm_workspace_august/research/prototype-versions/v3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74320"/>
            <a:ext cx="3977640" cy="633107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8 · Verified live in browser before moving to Round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2296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— AMARA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6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890" dirty="0"/>
          </a:p>
        </p:txBody>
      </p:sp>
      <p:sp>
        <p:nvSpPr>
          <p:cNvPr id="6" name="Text 4"/>
          <p:cNvSpPr/>
          <p:nvPr/>
        </p:nvSpPr>
        <p:spPr>
          <a:xfrm>
            <a:off x="1508760" y="896112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</a:t>
            </a:r>
            <a:pPr indent="0" marL="0">
              <a:buNone/>
            </a:pPr>
            <a:r>
              <a:rPr lang="en-US" sz="13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41, operations lead, Atlanta — paying down credit card debt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I’ve got a card at 22% APR, putting $18 into savings instead of principal is the wrong move.”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6126480" cy="868680"/>
          </a:xfrm>
          <a:prstGeom prst="roundRect">
            <a:avLst>
              <a:gd name="adj" fmla="val 8421"/>
            </a:avLst>
          </a:prstGeom>
          <a:solidFill>
            <a:srgbClr val="F4F6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718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that a real sub-account, or just a number that doesn’t correspond to anything?”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CONCERNING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recommendation could be objectively counterproductive for her situation — a credibility risk, not just low engagement.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6126480" cy="1417320"/>
          </a:xfrm>
          <a:prstGeom prst="roundRect">
            <a:avLst>
              <a:gd name="adj" fmla="val 6452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CHANGE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3949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 the nudge to a framed option, disclose it’s a real transaction, and acknowledge what the app doesn’t know (debt, other priorities).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8 · Round 3 interview + shipped fix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85216"/>
            <a:ext cx="82296" cy="82296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ROUND 3 — CURRENT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v4 (Final)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093976"/>
            <a:ext cx="73152" cy="73152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reframed as an option, not a prescription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660904"/>
            <a:ext cx="73152" cy="73152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7860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Fine-print discloses it’s a real, verifiable sub-account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73152" cy="73152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4553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acknowledgment of what the app doesn’t know yet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6126480" cy="1417320"/>
          </a:xfrm>
          <a:prstGeom prst="roundRect">
            <a:avLst>
              <a:gd name="adj" fmla="val 6452"/>
            </a:avLst>
          </a:prstGeom>
          <a:solidFill>
            <a:srgbClr val="F4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 — NOT YET RESOLVED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Engage v2 should incorporate debt-awareness into the nudge logic is a strategic question beyond this prototype's scope — flagged in strategy.md and the decision brief for Marcus.</a:t>
            </a:r>
            <a:endParaRPr lang="en-US" sz="1250" dirty="0"/>
          </a:p>
        </p:txBody>
      </p:sp>
      <p:pic>
        <p:nvPicPr>
          <p:cNvPr id="15" name="Image 0" descr="/Users/faran/cc4pm_workspace_august/research/prototype-versions/v4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74320"/>
            <a:ext cx="3977640" cy="6331077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8 · Current state of prototype/index.html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6294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68096"/>
            <a:ext cx="82296" cy="82296"/>
          </a:xfrm>
          <a:prstGeom prst="ellipse">
            <a:avLst/>
          </a:prstGeom>
          <a:solidFill>
            <a:srgbClr val="17C96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CROSS-ROUND PATTERN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0515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fix addressed the same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issue in a different form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kept assuming something about the user — no goal exists, ready to commit immediately, savings is the objectively correct move — that didn’t hold for that persona.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4904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16294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9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branch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4937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— don’t assume the goal doesn’t exist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374904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1629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9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0060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ask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4937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— don’t assume readiness to commit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3749040"/>
            <a:ext cx="3429000" cy="2194560"/>
          </a:xfrm>
          <a:prstGeom prst="roundRect">
            <a:avLst>
              <a:gd name="adj" fmla="val 5000"/>
            </a:avLst>
          </a:prstGeom>
          <a:solidFill>
            <a:srgbClr val="162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3931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C9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503920" y="4572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disclosure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03920" y="49377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 — don’t assume savings is always correct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E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8 · Full transcripts: research/prototype-usability-testing.md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2026-08-15T16:23:17Z</dcterms:created>
  <dcterms:modified xsi:type="dcterms:W3CDTF">2026-08-15T16:23:17Z</dcterms:modified>
</cp:coreProperties>
</file>